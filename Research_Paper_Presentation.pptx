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257" r:id="rId6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68" r:id="rId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546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Intelligent Breed Detection for Indian Cows and Buffaloes: An Ensemble Deep Learning Approach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Nishant Kamboj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Roll No. 2210991990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Devang Kumar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Roll No. 2210990257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Gurpreet Singh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 xml:space="preserve"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 xml:space="preserve"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02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India has the world’s largest livestock population (~535 million animals)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Cattle &amp; buffalo sub-sectors contribute ~USD 165 billion annually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50+ recognized indigenous breeds — Gir, Sahiwal, Murrah, Kankrej, Ongole, etc.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Accurate breed identification is critical for: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Optimized breeding programs and genetic preservation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Targeted veterinary healthcare and disease management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dairy productivity and economic returns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Problem: Manual identification is subjective, slow, and requires expert knowledge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Acute shortage of trained livestock professionals in rural India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Need: An automated, accurate, and accessible breed identification tool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03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Inter-breed visual similarity makes manual identification error-prone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E.g., Sahiwal vs. Red Sindhi; Kankrej vs. Tharparkar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Traditional ML methods (SIFT + SVM) degrade under real field conditions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Lighting variation, occlusion, pose differences cause high error rates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Existing deep learning studies focus on Western breeds (Holstein, Angus)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Indian indigenous breeds remain significantly understudied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Single-model architectures lack robustness for fine-grained recognition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 existing deployed tool provides real-time identification with advisory output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Goal: Develop a robust ensemble deep learning system for 10 Indian breeds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04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Qiao et al.: ResNet-50 on 15 cattle breeds — 87.3% accuracy (3,000 images)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Kumar et al.: Inception-V3 for 4 Indian breeds — 89.1% accuracy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Zin et al.: EfficientNet-B4 on SE Asian breeds — 91.2% accuracy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Badrinarayanan et al.: MobileNetV2 for buffalo breeds — 85.7% accuracy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Ensemble learning has outperformed single models in plant disease detection (+6.8%)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Transfer learning with VGG16 is proven for small agricultural datasets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 Gap: No study applies ensemble DL to all major Indian indigenous breeds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Our work addresses this gap with a 10-class, field-validated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05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Dataset: 5,200 images across 10 Indian indigenous breeds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Cattle (6): Gir, Sahiwal, Red Sindhi, Tharparkar, Kankrej, Ongole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Buffalo (4): Murrah, Surti, Jaffarabadi, Nili-Ravi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Sources: NDRI Digital Archive (1,800) | Kaggle (1,400) | Field Photography (1,000)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Field photos: Livestock fairs &amp; dairy farms in Punjab, Haryana, Gujarat, Rajasthan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Average 520 images per class (min: 480, max: 560)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Dataset Split: 70% Train | 15% Validation | 15% Test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Train: 3,641 | Validation: 778 | Test: 781 images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Quality screening: Removed blurred, occluded, and distorted images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Largest publicly described Indian indigenous cattle breed dataset to date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&amp; Augmentation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06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Preprocessing Pipeline (applied to all splits):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Resizing: Bicubic interpolation to 224 x 224 px (VGG16 native input)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Normalization: Per-channel mean/std using ImageNet statistics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CLAHE: Contrast enhancement on luminance channel (clip=2.0, tile=8x8)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Bilateral Filter: Noise reduction preserving edge sharpness (d=9, sigma=75)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Augmentation (training set only — Albumentations library):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horizontal flip (p=0.5); Rotation ±20° (p=0.7)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 jitter: brightness, contrast, saturation, hue (p=0.5)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Gaussian blur (p=0.2); Grid distortion (p=0.3)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Coarse dropout — forces spatially distributed features (p=0.2)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Model Architecture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07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Custom 4-Layer CNN — designed for fine-grained local feature extraction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Convolutional Blocks: Conv2D + Batch Normalization + ReLU + MaxPool 2x2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 progression: 32 → 64 → 128 → 256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Average Pooling → Dense(512) + Dropout(0.4) → Softmax(10)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parameters: 921,034 (compact and efficient)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VGG16 Transfer Learning — captures global structural representations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1 (Epochs 1-20): Freeze VGG16; train classification head only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2 (Epochs 21-50): Unfreeze top 3 blocks; differential learning rates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 = 1e-5 for VGG16 layers; lr = 1e-4 for classification head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trainable parameters: 14.72 million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Ensemble Framework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0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Weighted Average Ensemble fuses both model probability outputs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Formula: P_ens(x) = 0.38 x P_CNN(x) + 0.62 x P_VGG16(x)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Weights determined by grid search on validation set (step=0.05)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VGG16 weighted higher (0.62): superior global structure recognition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CNN weighted lower (0.38): fine-grained coat texture discrimination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Training Protocol (PyTorch 2.1.0 | NVIDIA Tesla T4 GPU):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Optimizer: Adam with weight decay (lambda = 1e-4)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 Schedule: Cosine Annealing with warm restarts (T0=10, Tmult=2)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Loss: Categorical Cross-Entropy with Label Smoothing (epsilon=0.1)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stopping: patience = 15 epochs on validation loss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 Model Performance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09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Proposed Ensemble achieves 93.6% Top-1 Accuracy on test set (n=781)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Macro-Averaged F1-Score: 0.931 | Cohen’s Kappa: 0.929 | AUC: 0.997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Comparison with baselines (all statistically significant, p &lt; 0.05):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CNN alone: 87.1% | VGG16 Fine-Tuned alone: 91.8%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ResNet-50 [Qiao et al.]: 87.3% | Inception-V3 [Kumar et al.]: 89.1%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EfficientNet-B4 [Zin et al.]: 91.2% | MobileNetV2: 85.7%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Improvement: +6.5pp over Custom CNN | +1.8pp over VGG16 alone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22% reduction in error rate relative to best single-model baseline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Inference latency: 47.4 ms/image (CPU) | 9.8 ms/image (GPU)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 Per-Breed Analysis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0A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Buffalo breeds achieve highest F1-scores: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Murrah: F1 = 0.970 — distinct dark color &amp; curved horns aid classification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Nili-Ravi: F1 = 0.952 | Jaffarabadi: F1 = 0.943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Cattle breeds show strong performance: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Gir: F1 = 0.957 (most visually distinctive hump &amp; ear shape)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Ongole: F1 = 0.947 | Tharparkar: F1 = 0.932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Hardest pair: Kankrej vs. Tharparkar (both gray coat, similar body)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Kankrej: F1 = 0.903 — lowest score; ensemble reduces errors vs. VGG16 alone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Sahiwal vs. Red Sindhi: 4 fewer misclassifications with ensemble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 10 breeds exceed F1 = 0.90 — clinically acceptable for field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&amp; Deployment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0B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Deployed as a Flask-based web application for real-world accessibility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Frontend: Simple image upload interface (JPEG/PNG support)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Backend: TorchScript-compiled models for optimized CPU inference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 Top-3 breed predictions with confidence probability scores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alternative diagnoses for ambiguous/borderline cases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Breed-Specific Advisory Panel (sourced from NDRI fact sheets):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milk yield (liters/day) and fat content (%)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Climate suitability zone and regional adaptability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Known health predispositions and management recommendations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Target users: Farmers, Veterinarians, Dairy Cooperatives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Accessible via smartphone + basic internet — no specialized hardware needed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0C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Presented a novel Ensemble Deep Learning framework for Indian livestock identification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Custom CNN + VGG16 (weighted average fusion) classifies 10 indigenous breeds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Results: 93.6% accuracy | F1 = 0.931 | AUC = 0.997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Statistically significant improvement over all 6 baseline models (p &lt; 0.05)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CLAHE preprocessing contributed +1.4%; Coarse dropout contributed +0.7%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Deployed as Flask web app with real-time identification and agricultural advisory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Future Work: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 dataset to 20,000+ images including rare breeds (Vechur, Punganur)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YOLOv8 for multi-animal scene detection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Quantized MobileNetV3 ensemble for offline mobile deployment in rural areas</a:t>
            </a:r>
          </a:p>
          <a:p>
            <a:pPr marL="800000" lvl="1" indent="-317500">
              <a:buClr>
                <a:srgbClr val="000000"/>
              </a:buClr>
              <a:buSzPts val="1200"/>
              <a:buChar char="-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Rigorous veterinary expert validation study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34700</TotalTime>
  <Words>79</Words>
  <Application>Microsoft Office PowerPoint</Application>
  <PresentationFormat>On-screen Show (4:3)</PresentationFormat>
  <Paragraphs>30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simar virk</cp:lastModifiedBy>
  <cp:revision>2298</cp:revision>
  <dcterms:created xsi:type="dcterms:W3CDTF">2010-04-09T07:36:15Z</dcterms:created>
  <dcterms:modified xsi:type="dcterms:W3CDTF">2026-04-24T05:21:09Z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